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15CB-AA3C-4D8B-FACD-C86C6A226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ED840-B301-410B-E5FE-BA2201F08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15E61-5CAF-17EA-5A9A-B6F067FB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A0DE6-2099-D6A7-8FBC-73E0FE5B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FF109-78DF-EC27-5604-A7F82FBC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8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9C7F-A80D-BEB0-A047-1CA9E561E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126A-64DF-2690-D8BC-510ED75CE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8C3BF-5BFE-CCE8-6984-1592B447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5E94D-D52F-D618-4161-D6296646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D1DD3-8939-85E4-8033-3C3EDB40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0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E06B-9FE8-A9E7-05E7-F1407F74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C57E3-8276-5CF9-9E49-41E0162D1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EC533-82EC-628B-27A1-753C7766C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A22F7-6D4E-EE3A-EAB2-03A69EFD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837AD-6A29-0C71-C844-90E21E34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8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DEA4-3D5E-8267-ED79-B51944B4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163B-951F-B044-2B25-D475FDB94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2E375-21CF-3866-F62D-729BF0B12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FC31F-A20C-69C7-B188-7D7BB476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6BA0F-F8C8-0385-FF9E-E6A19A62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3202A-6273-B7DB-0F44-28BCD291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5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F8FC-7F60-A10F-59BF-3B18ACF3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4F07C-58DC-9D5E-46AD-55FC6BBB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ACBA9-A114-07F2-45C2-0A3403A21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B31B48-4E4E-91AA-96C7-E1241E6E0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A0CB9-5B65-89B3-4645-23F92227D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304AF-0CDB-D12D-0F18-4A8B6C34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09B33-A195-91A4-BA15-62C4EC0C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CF3CC-87E8-2CAD-E603-F83DC902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4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0C49-A135-10F2-F898-883D2A9E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21FC2-53F6-E1DF-9BE1-1B4AA354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F4226-4DC7-8DC2-AB3E-2582A6913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DC850-D256-017F-33AA-B7BDDBB3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1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1FF38-637F-4980-0DCD-97A8118A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7DAB6-0C8E-89F1-D1D8-B2310B96E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156F2-15C5-2371-1559-B82CA7C3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1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3AD4-7C3C-9796-08DB-935D2FC8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EF34-7B05-BFC4-FEC6-92B9D873E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BDEE4-098C-13BB-5CBB-FC76544E5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5CA8A-F320-6672-A7BA-408724AC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4ACCB-A43D-3BC9-9297-8D3FA721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94250-5513-6F70-92EB-FC9E7B50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3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9D29-92C1-8A88-9F6E-24403171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A1CFEA-E8F1-CB34-9B18-766450FAC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99A49-331C-B349-A2CA-0BE2675A6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A30AC-1FAB-C038-80EF-8A68BA8F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A409-7D3B-6739-69B4-9BEE47AF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44B40-579E-61FF-0C72-B113FC02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5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2411-1637-AD40-B6DF-ADE4ACF4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B1F50-D008-E8A8-86D5-BBAEF5776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F8B8A-1DA8-D74C-D603-FD314238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995C-848D-4F8F-8563-C2D75833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CEE13-C046-8F9D-9E1A-89C4D978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7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D470F-2F71-FF98-9735-AAAEBCBD5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280C5-40BF-EFBD-FBF4-0DA1FC8CE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AD7F3-D3F1-1731-8DB7-219A57DF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8254D-5896-D7B8-1EAD-AF766191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D14C-F26C-8D49-DEA2-8970917D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6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E7814-7F91-EF70-6A91-93579501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974DD-6B4A-7FAB-D584-626E6B106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186EA-F4FA-6461-F044-02014C55D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E2-4B24-4EFB-96C3-0BE5AFC1456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DB6DF-2821-B4D8-984C-BFBEA1331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254B0-CC19-13D5-2CBA-3E1E8C098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E4C00-6399-42C0-85E4-C13688174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2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DD10C-05B9-DDBF-6BD2-ADCA4E5C2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118" y="402835"/>
            <a:ext cx="9144000" cy="826358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point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A88C7-A389-5C3B-C7F5-5E0069DCC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616" y="1723870"/>
            <a:ext cx="10248276" cy="4731296"/>
          </a:xfrm>
        </p:spPr>
        <p:txBody>
          <a:bodyPr>
            <a:normAutofit/>
          </a:bodyPr>
          <a:lstStyle/>
          <a:p>
            <a:r>
              <a:rPr lang="en-US" b="1" dirty="0"/>
              <a:t>BIG MART SALES PREDICTION USING MACHINE LEARNING</a:t>
            </a:r>
            <a:endParaRPr lang="en-US" dirty="0"/>
          </a:p>
          <a:p>
            <a:r>
              <a:rPr lang="en-US" dirty="0"/>
              <a:t>Internship Project </a:t>
            </a:r>
          </a:p>
          <a:p>
            <a:r>
              <a:rPr lang="en-US" dirty="0"/>
              <a:t>Submitted By: </a:t>
            </a:r>
            <a:r>
              <a:rPr lang="en-US" i="1" dirty="0"/>
              <a:t>RIDA SALMANI</a:t>
            </a:r>
          </a:p>
          <a:p>
            <a:r>
              <a:rPr lang="en-US" i="1" dirty="0"/>
              <a:t>College : JAMIA HAMDARD UNIVERSITY </a:t>
            </a:r>
            <a:endParaRPr lang="en-US" dirty="0"/>
          </a:p>
          <a:p>
            <a:r>
              <a:rPr lang="en-US" dirty="0"/>
              <a:t>Organization: </a:t>
            </a:r>
            <a:r>
              <a:rPr lang="en-US" dirty="0" err="1"/>
              <a:t>Naviotech</a:t>
            </a:r>
            <a:r>
              <a:rPr lang="en-US" dirty="0"/>
              <a:t> Solution </a:t>
            </a:r>
          </a:p>
          <a:p>
            <a:r>
              <a:rPr lang="en-US" dirty="0"/>
              <a:t>Date: June 2026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86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6E67E-8D1F-65E9-5159-743911D9F401}"/>
              </a:ext>
            </a:extLst>
          </p:cNvPr>
          <p:cNvSpPr txBox="1"/>
          <p:nvPr/>
        </p:nvSpPr>
        <p:spPr>
          <a:xfrm>
            <a:off x="794479" y="1499016"/>
            <a:ext cx="10942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       Introduction</a:t>
            </a:r>
          </a:p>
          <a:p>
            <a:pPr>
              <a:buNone/>
            </a:pPr>
            <a:r>
              <a:rPr lang="en-US" b="1" dirty="0"/>
              <a:t> Introduction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prediction is an important task in the retail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Accurate forecasting helps businesses manage inventory efficiently.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can analyze historical data and predict future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predicts product sales in Big Mart stores.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52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705053-39CD-3C92-7BD3-409571572B54}"/>
              </a:ext>
            </a:extLst>
          </p:cNvPr>
          <p:cNvSpPr txBox="1"/>
          <p:nvPr/>
        </p:nvSpPr>
        <p:spPr>
          <a:xfrm>
            <a:off x="809469" y="1169233"/>
            <a:ext cx="107629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Problem Statement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objective of this project is to predict the sales of products at various Big Mart outlets using machine learning techniques.</a:t>
            </a:r>
          </a:p>
          <a:p>
            <a:pPr>
              <a:buNone/>
            </a:pPr>
            <a:r>
              <a:rPr lang="en-US" b="1" dirty="0"/>
              <a:t>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inventory management.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stock shortages.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business profitability.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data-driven decision making.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7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FA6654-6388-5F04-F504-2540A3CCC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2281"/>
              </p:ext>
            </p:extLst>
          </p:nvPr>
        </p:nvGraphicFramePr>
        <p:xfrm>
          <a:off x="629587" y="1780442"/>
          <a:ext cx="10724212" cy="4809231"/>
        </p:xfrm>
        <a:graphic>
          <a:graphicData uri="http://schemas.openxmlformats.org/drawingml/2006/table">
            <a:tbl>
              <a:tblPr/>
              <a:tblGrid>
                <a:gridCol w="5362106">
                  <a:extLst>
                    <a:ext uri="{9D8B030D-6E8A-4147-A177-3AD203B41FA5}">
                      <a16:colId xmlns:a16="http://schemas.microsoft.com/office/drawing/2014/main" val="593368978"/>
                    </a:ext>
                  </a:extLst>
                </a:gridCol>
                <a:gridCol w="5362106">
                  <a:extLst>
                    <a:ext uri="{9D8B030D-6E8A-4147-A177-3AD203B41FA5}">
                      <a16:colId xmlns:a16="http://schemas.microsoft.com/office/drawing/2014/main" val="4014527757"/>
                    </a:ext>
                  </a:extLst>
                </a:gridCol>
              </a:tblGrid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536469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Item 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7239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 Fat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Fat / Regular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22494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 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698347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572168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 MRP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269594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Outlet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/ Medium /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99258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Outlet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452615"/>
                  </a:ext>
                </a:extLst>
              </a:tr>
              <a:tr h="5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 Outlet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Target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52558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A0B9B59-703F-F075-C59F-F03C61257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61" y="659567"/>
            <a:ext cx="10912839" cy="11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Dataset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2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934AD4-CEEE-F256-DCA8-C7530F751DC2}"/>
              </a:ext>
            </a:extLst>
          </p:cNvPr>
          <p:cNvSpPr txBox="1"/>
          <p:nvPr/>
        </p:nvSpPr>
        <p:spPr>
          <a:xfrm>
            <a:off x="884420" y="659567"/>
            <a:ext cx="82558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Technologies Used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Tools &amp; Technologies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Seaborn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Scikit-Learn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19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7EAD9-E5D2-4947-8DF0-A5568533AB17}"/>
              </a:ext>
            </a:extLst>
          </p:cNvPr>
          <p:cNvSpPr txBox="1"/>
          <p:nvPr/>
        </p:nvSpPr>
        <p:spPr>
          <a:xfrm>
            <a:off x="239844" y="734518"/>
            <a:ext cx="116623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            Data Preprocessing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Data Preprocessing Steps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Loading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Checking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Filling Missing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Encoding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Transformation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model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Removes inconsistencies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74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6F4A38-6253-ADBD-1485-54CB736CC04D}"/>
              </a:ext>
            </a:extLst>
          </p:cNvPr>
          <p:cNvSpPr txBox="1"/>
          <p:nvPr/>
        </p:nvSpPr>
        <p:spPr>
          <a:xfrm>
            <a:off x="324787" y="1573968"/>
            <a:ext cx="115424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      Exploratory Data Analysis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EDA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Distribution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Item Type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Outlet Size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Correlation Analysis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price significantly impacts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Outlet characteristics influence product performance. </a:t>
            </a:r>
          </a:p>
        </p:txBody>
      </p:sp>
    </p:spTree>
    <p:extLst>
      <p:ext uri="{BB962C8B-B14F-4D97-AF65-F5344CB8AC3E}">
        <p14:creationId xmlns:p14="http://schemas.microsoft.com/office/powerpoint/2010/main" val="255201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5B159B-AEB4-7C59-3BC1-7C4C2F0D944B}"/>
              </a:ext>
            </a:extLst>
          </p:cNvPr>
          <p:cNvSpPr txBox="1"/>
          <p:nvPr/>
        </p:nvSpPr>
        <p:spPr>
          <a:xfrm>
            <a:off x="179882" y="974361"/>
            <a:ext cx="118572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            Machine Learning Model</a:t>
            </a:r>
          </a:p>
          <a:p>
            <a:pPr>
              <a:buNone/>
            </a:pP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 err="1"/>
              <a:t>XGBoost</a:t>
            </a:r>
            <a:r>
              <a:rPr lang="en-US" b="1" dirty="0"/>
              <a:t> Regressor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Why </a:t>
            </a:r>
            <a:r>
              <a:rPr lang="en-US" dirty="0" err="1"/>
              <a:t>XGBoost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prediction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missing values effectively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well with structured data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Model Workflow</a:t>
            </a:r>
          </a:p>
          <a:p>
            <a:pPr>
              <a:buNone/>
            </a:pPr>
            <a:r>
              <a:rPr lang="en-US" dirty="0"/>
              <a:t>Dataset → Training → Prediction → Evaluation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594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DBD312-74EA-B9C4-1E18-6EEB0DCE8127}"/>
              </a:ext>
            </a:extLst>
          </p:cNvPr>
          <p:cNvSpPr txBox="1"/>
          <p:nvPr/>
        </p:nvSpPr>
        <p:spPr>
          <a:xfrm>
            <a:off x="179882" y="2016257"/>
            <a:ext cx="117372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                        Results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Model Performance</a:t>
            </a:r>
          </a:p>
          <a:p>
            <a:pPr>
              <a:buNone/>
            </a:pPr>
            <a:r>
              <a:rPr lang="en-US" dirty="0"/>
              <a:t>Evaluation Metric: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R² Score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predicted product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Demonstrated strong predictive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business forecasting and planning.</a:t>
            </a:r>
          </a:p>
        </p:txBody>
      </p:sp>
    </p:spTree>
    <p:extLst>
      <p:ext uri="{BB962C8B-B14F-4D97-AF65-F5344CB8AC3E}">
        <p14:creationId xmlns:p14="http://schemas.microsoft.com/office/powerpoint/2010/main" val="834644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1BD9ED-0AB9-B308-94E6-5FE893C8D828}"/>
              </a:ext>
            </a:extLst>
          </p:cNvPr>
          <p:cNvSpPr txBox="1"/>
          <p:nvPr/>
        </p:nvSpPr>
        <p:spPr>
          <a:xfrm>
            <a:off x="749507" y="1229194"/>
            <a:ext cx="10373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40B81-439B-5744-E5E6-C4BFDCBBFB0A}"/>
              </a:ext>
            </a:extLst>
          </p:cNvPr>
          <p:cNvSpPr txBox="1"/>
          <p:nvPr/>
        </p:nvSpPr>
        <p:spPr>
          <a:xfrm>
            <a:off x="119922" y="1578593"/>
            <a:ext cx="1170731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                                                         Conclusion &amp; Future Scope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can accurately predict Big Mart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provided reliable prediction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demonstrates practical retail analytics applications.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sales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Deep Learning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Application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Intelligence Integration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                                                                     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772064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342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 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rida salmani</dc:creator>
  <cp:lastModifiedBy>rida salmani</cp:lastModifiedBy>
  <cp:revision>1</cp:revision>
  <dcterms:created xsi:type="dcterms:W3CDTF">2026-06-20T09:07:53Z</dcterms:created>
  <dcterms:modified xsi:type="dcterms:W3CDTF">2026-06-20T09:30:23Z</dcterms:modified>
</cp:coreProperties>
</file>